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97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99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351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65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42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29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66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75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673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24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468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8D002-5069-4514-A0A6-A13B749D0BC8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BE463-9938-4937-90EE-BD730720C4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83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mtClean="0"/>
              <a:t>DAnieç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510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DAnieç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DAnieç</dc:title>
  <dc:creator>Manha Cetcc</dc:creator>
  <cp:lastModifiedBy>Manha Cetcc</cp:lastModifiedBy>
  <cp:revision>1</cp:revision>
  <dcterms:created xsi:type="dcterms:W3CDTF">2026-08-05T11:06:08Z</dcterms:created>
  <dcterms:modified xsi:type="dcterms:W3CDTF">2026-08-05T11:06:23Z</dcterms:modified>
</cp:coreProperties>
</file>